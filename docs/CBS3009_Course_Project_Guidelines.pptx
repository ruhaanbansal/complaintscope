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646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CBS3009 – Advanced Social, Text and Media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2401" y="2272845"/>
            <a:ext cx="6976717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PROJECT GUIDELINES</a:t>
            </a:r>
          </a:p>
          <a:p>
            <a:pPr algn="ctr">
              <a:defRPr sz="2200"/>
            </a:pPr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B.Tech. | 20 Marks | CO5 &amp; CO6</a:t>
            </a:r>
          </a:p>
          <a:p>
            <a:pPr algn="ctr">
              <a:defRPr sz="1800"/>
            </a:pPr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Project in Social, Text and Media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4021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Course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CBS3009 – Advanced Social, Text and Media Analytics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weightage: 20 marks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 mapping: CO5 and CO6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 Final-year B.Tech.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Nature: Team-based applied analytics project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Solve a meaningful real-world problem using social, text, Web or media data.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 A reproducible analytical solution with evaluated results and actionable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3343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 relevant real-world analytics problem and measurable objectives.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or obtain an appropriate dataset and document its source.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preprocess and transform data for analysis.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and apply suitable analytics/mining techniques.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approach using appropriate performance measures.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rather than only reporting numerical outputs.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 findings through a technical report, presentation and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4682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Recommended Project Domains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42119"/>
              </p:ext>
            </p:extLst>
          </p:nvPr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Project Themes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analysis; review analytics; complaint classification; news classification; topic discovery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Sentiment; hashtag trends; influencer identification; community/network analysis; engagement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 clickstream; navigation behaviour; session analysis; conversion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Social-media sentiment + topics; text + network analysis; reviews + customer 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Opinion mining; engagement and trend analysis; media-related metadata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900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Minimum Technical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project should contain at least THREE major analytical components.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pipeline: Data Collection → Preprocessing → Feature Representation → Analytics/ML → Evaluation → Visualization → Insights.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should explain the rationale behind each stage.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should demonstrate analytical decision-making, not just execution of a ready-made 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1821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End-to-End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→ Data Collection → Preprocessing → Feature Extraction → Analytics / ML → Evaluation → Insights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the rationale behind every stage.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conclusions must be traceable to the data and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6238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Problem Definition and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clearly identify the real-world problem and why it matters.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 state specific and measurable objectives.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questions: identify the questions the project will answer.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documentation: source, size, attributes/features, format and limitations.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sources: approved public datasets, institutional datasets, APIs or appropriately collected data.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platform terms, privacy requirements and applicable ethical practices.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4236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Data Preprocessing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preprocessing: missing values, duplicates, noise and inconsistent formats where appropriate.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Text: tokenization, stop-word handling, stemming/lemmatization and normalization where justified.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Bag-of-Words, TF-IDF or other appropriate representations.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network: nodes, edges, direction, weights and attributes.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data: session identification, navigation paths and event sequences.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explain WHY each preprocessing step is applied.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3035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8. Analytical Techniques – Select Appropriately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370403"/>
              </p:ext>
            </p:extLst>
          </p:nvPr>
        </p:nvGraphicFramePr>
        <p:xfrm>
          <a:off x="548640" y="1280160"/>
          <a:ext cx="10972800" cy="477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Techniques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Bag-of-Words, TF-IDF, cosine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Bayes, Decision Tree and other suitable classifiers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K-Means, hierarchical clustering and other suitable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 / topic modelling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probabilistic or sequence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Network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Degree, betweenness, closeness, eigenvector centrality, community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/ Clickstream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analysis, navigation paths, transition and conversion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3396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Evaluation and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Accuracy, Precision, Recall, F1-score and confusion matrix where appropriate.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Clustering: Silhouette score and meaningful interpretation of discovered groups.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 class-wise performance and error analysis.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analytics: sessions, bounce rate, pages/session and conversion-related measures.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 analysis: centrality measures and structural interpretation.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appropriate, compare two or more methods and justify the final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62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Visualization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problem-relevant visualizations: bar charts, trend plots, word clouds, confusion matrices, topic distributions, network graphs and clickstream paths.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figure should have a meaningful title and labelled axes where applicable.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the key pattern or finding shown by each visualization.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 observation from inference.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actionable insights and important limitations.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should be reproducible from the submitted code/notebook.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9037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Recommended Project Report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34791"/>
              </p:ext>
            </p:extLst>
          </p:nvPr>
        </p:nvGraphicFramePr>
        <p:xfrm>
          <a:off x="548640" y="1280160"/>
          <a:ext cx="10972800" cy="477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Background, problem statement, motivation, objectives,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studies, existing approaches and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Dataset &amp; 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Dataset, collection, preprocessing, features, algorithms,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Implementation &amp;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setup, implementation, results, tables, visualizations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Analysis &amp;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Interpretation, comparison, findings,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Conclusion &amp; Future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Conclusions, contributions, enhancements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Datasets, papers, libraries and other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1344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Required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Final Project Report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Source code / Jupyter Notebook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Dataset or documented dataset source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Results, evaluation tables and visualizations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Presentation slides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Working demonstration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must be internally consistent and reproducible.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7358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Academic Integrity and Responsible Data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submit a downloaded project or unchanged public notebook as original work.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 datasets, research papers, libraries, pretrained models and reused code.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identify the team's own contribution.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understand and be able to explain their implementation.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 privacy, platform policies, licensing and ethical requirements.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expose personal or sensitive information unnecessarily.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012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20-Mark Evaluation Rubric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084915"/>
              </p:ext>
            </p:extLst>
          </p:nvPr>
        </p:nvGraphicFramePr>
        <p:xfrm>
          <a:off x="1828800" y="1280160"/>
          <a:ext cx="8503920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 &amp; Objectives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&amp; Algorithm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&amp; Experimental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Results, Evaluation &amp;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/ Problem-Solving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&amp;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CO5, CO6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7454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Rubric Performance Descriptors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365495"/>
              </p:ext>
            </p:extLst>
          </p:nvPr>
        </p:nvGraphicFramePr>
        <p:xfrm>
          <a:off x="228600" y="1143000"/>
          <a:ext cx="11704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Satisfactory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Clear, relevant, well-motivated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Unclear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and justified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appropriate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Inadequate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Technically sound and justified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Inappropriate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and reproducible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&amp;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Thorough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originality/application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originality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clear originality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technical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Adequate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1601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Expected Standard for Final-Year B.Tech.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beyond a basic algorithm demonstration.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meaningful dataset and a clearly defined problem.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Justify the choice of preprocessing and analytical techniques.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quantitative evaluation and, where useful, method comparison.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in the context of the original problem.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reproducibility through executable code/notebook.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independent problem-solving and technical understanding.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limitations and realistic future enhancements.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1827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Suggested Project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938820"/>
              </p:ext>
            </p:extLst>
          </p:nvPr>
        </p:nvGraphicFramePr>
        <p:xfrm>
          <a:off x="914400" y="1371600"/>
          <a:ext cx="10241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selection, problem statement and objectives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identification and initial exploration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 and feature representation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analytical model / network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Evaluation, comparison and error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visualizations and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Report, presentation and 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8958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 Final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 are clearly stated.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source, size and attributes are documented.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are justified.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least three analytical components are demonstrated.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evaluation metrics are reported and interpreted.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are clear and meaningful.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Code/notebook runs and reproduces the reported results.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and reused resources are acknowledged.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latin typeface="Aptos"/>
              </a:defRPr>
            </a:pPr>
            <a:r>
              <a:rPr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Report, presentation and demonstration are consistent.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1327</Words>
  <Application>Microsoft Office PowerPoint</Application>
  <PresentationFormat>Widescreen</PresentationFormat>
  <Paragraphs>243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Sathish Kumar K</cp:lastModifiedBy>
  <cp:revision>2</cp:revision>
  <dcterms:created xsi:type="dcterms:W3CDTF">2013-01-27T09:14:16Z</dcterms:created>
  <dcterms:modified xsi:type="dcterms:W3CDTF">2026-09-11T03:18:55Z</dcterms:modified>
  <cp:category/>
</cp:coreProperties>
</file>